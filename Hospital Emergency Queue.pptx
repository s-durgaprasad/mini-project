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FB39D4-FA09-4DBB-BCBD-B6FAD125426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0D1A75-1830-454E-864C-09234531FADB}" v="1" dt="2026-06-22T13:23:58.591"/>
    <p1510:client id="{C36CA69A-3468-4AB1-9018-08AEDC3BA4F8}" v="2" dt="2026-06-22T13:31:47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DURGA PRASAD" userId="7179ce08d325a3a8" providerId="LiveId" clId="{4A0B8134-8D96-4E53-AD07-8A3164BDB9AD}"/>
    <pc:docChg chg="undo custSel addSld delSld modSld addSection delSection modSection">
      <pc:chgData name="S DURGA PRASAD" userId="7179ce08d325a3a8" providerId="LiveId" clId="{4A0B8134-8D96-4E53-AD07-8A3164BDB9AD}" dt="2026-06-22T13:38:12.641" v="32" actId="1076"/>
      <pc:docMkLst>
        <pc:docMk/>
      </pc:docMkLst>
      <pc:sldChg chg="modSp mod">
        <pc:chgData name="S DURGA PRASAD" userId="7179ce08d325a3a8" providerId="LiveId" clId="{4A0B8134-8D96-4E53-AD07-8A3164BDB9AD}" dt="2026-06-22T13:31:24.188" v="6" actId="1076"/>
        <pc:sldMkLst>
          <pc:docMk/>
          <pc:sldMk cId="3476636634" sldId="256"/>
        </pc:sldMkLst>
        <pc:spChg chg="mod">
          <ac:chgData name="S DURGA PRASAD" userId="7179ce08d325a3a8" providerId="LiveId" clId="{4A0B8134-8D96-4E53-AD07-8A3164BDB9AD}" dt="2026-06-22T13:31:24.188" v="6" actId="1076"/>
          <ac:spMkLst>
            <pc:docMk/>
            <pc:sldMk cId="3476636634" sldId="256"/>
            <ac:spMk id="2" creationId="{B6922455-36A4-1A8E-60A0-1F81D01DED93}"/>
          </ac:spMkLst>
        </pc:spChg>
      </pc:sldChg>
      <pc:sldChg chg="modSp mod">
        <pc:chgData name="S DURGA PRASAD" userId="7179ce08d325a3a8" providerId="LiveId" clId="{4A0B8134-8D96-4E53-AD07-8A3164BDB9AD}" dt="2026-06-22T13:31:51.214" v="8" actId="20577"/>
        <pc:sldMkLst>
          <pc:docMk/>
          <pc:sldMk cId="870492024" sldId="257"/>
        </pc:sldMkLst>
        <pc:spChg chg="mod">
          <ac:chgData name="S DURGA PRASAD" userId="7179ce08d325a3a8" providerId="LiveId" clId="{4A0B8134-8D96-4E53-AD07-8A3164BDB9AD}" dt="2026-06-22T13:31:51.214" v="8" actId="20577"/>
          <ac:spMkLst>
            <pc:docMk/>
            <pc:sldMk cId="870492024" sldId="257"/>
            <ac:spMk id="5" creationId="{7978E9C5-9123-FEA8-EAB2-561FBA177C12}"/>
          </ac:spMkLst>
        </pc:spChg>
      </pc:sldChg>
      <pc:sldChg chg="modSp mod">
        <pc:chgData name="S DURGA PRASAD" userId="7179ce08d325a3a8" providerId="LiveId" clId="{4A0B8134-8D96-4E53-AD07-8A3164BDB9AD}" dt="2026-06-22T13:24:03.719" v="1" actId="14100"/>
        <pc:sldMkLst>
          <pc:docMk/>
          <pc:sldMk cId="278477992" sldId="261"/>
        </pc:sldMkLst>
        <pc:spChg chg="mod">
          <ac:chgData name="S DURGA PRASAD" userId="7179ce08d325a3a8" providerId="LiveId" clId="{4A0B8134-8D96-4E53-AD07-8A3164BDB9AD}" dt="2026-06-22T13:24:03.719" v="1" actId="14100"/>
          <ac:spMkLst>
            <pc:docMk/>
            <pc:sldMk cId="278477992" sldId="261"/>
            <ac:spMk id="6" creationId="{3593F374-EF65-1C36-D9F8-F61418626814}"/>
          </ac:spMkLst>
        </pc:spChg>
      </pc:sldChg>
      <pc:sldChg chg="new del">
        <pc:chgData name="S DURGA PRASAD" userId="7179ce08d325a3a8" providerId="LiveId" clId="{4A0B8134-8D96-4E53-AD07-8A3164BDB9AD}" dt="2026-06-22T13:37:02.232" v="22" actId="2696"/>
        <pc:sldMkLst>
          <pc:docMk/>
          <pc:sldMk cId="17744757" sldId="262"/>
        </pc:sldMkLst>
      </pc:sldChg>
      <pc:sldChg chg="addSp modSp new del mod">
        <pc:chgData name="S DURGA PRASAD" userId="7179ce08d325a3a8" providerId="LiveId" clId="{4A0B8134-8D96-4E53-AD07-8A3164BDB9AD}" dt="2026-06-22T13:36:36.883" v="18" actId="2696"/>
        <pc:sldMkLst>
          <pc:docMk/>
          <pc:sldMk cId="455844654" sldId="262"/>
        </pc:sldMkLst>
        <pc:picChg chg="add mod">
          <ac:chgData name="S DURGA PRASAD" userId="7179ce08d325a3a8" providerId="LiveId" clId="{4A0B8134-8D96-4E53-AD07-8A3164BDB9AD}" dt="2026-06-22T13:36:31.340" v="17" actId="1362"/>
          <ac:picMkLst>
            <pc:docMk/>
            <pc:sldMk cId="455844654" sldId="262"/>
            <ac:picMk id="3" creationId="{F3CE05CA-07DE-9ACA-57B2-13806C0C98BE}"/>
          </ac:picMkLst>
        </pc:picChg>
      </pc:sldChg>
      <pc:sldChg chg="addSp modSp new mod">
        <pc:chgData name="S DURGA PRASAD" userId="7179ce08d325a3a8" providerId="LiveId" clId="{4A0B8134-8D96-4E53-AD07-8A3164BDB9AD}" dt="2026-06-22T13:38:12.641" v="32" actId="1076"/>
        <pc:sldMkLst>
          <pc:docMk/>
          <pc:sldMk cId="3062726606" sldId="262"/>
        </pc:sldMkLst>
        <pc:picChg chg="add mod">
          <ac:chgData name="S DURGA PRASAD" userId="7179ce08d325a3a8" providerId="LiveId" clId="{4A0B8134-8D96-4E53-AD07-8A3164BDB9AD}" dt="2026-06-22T13:38:12.641" v="32" actId="1076"/>
          <ac:picMkLst>
            <pc:docMk/>
            <pc:sldMk cId="3062726606" sldId="262"/>
            <ac:picMk id="3" creationId="{94DA8139-2FD5-C643-33C9-7CFEEF23834D}"/>
          </ac:picMkLst>
        </pc:picChg>
      </pc:sldChg>
      <pc:sldChg chg="addSp delSp del mod">
        <pc:chgData name="S DURGA PRASAD" userId="7179ce08d325a3a8" providerId="LiveId" clId="{4A0B8134-8D96-4E53-AD07-8A3164BDB9AD}" dt="2026-06-22T13:35:09.157" v="13" actId="2696"/>
        <pc:sldMkLst>
          <pc:docMk/>
          <pc:sldMk cId="2136221118" sldId="263"/>
        </pc:sldMkLst>
        <pc:spChg chg="add del">
          <ac:chgData name="S DURGA PRASAD" userId="7179ce08d325a3a8" providerId="LiveId" clId="{4A0B8134-8D96-4E53-AD07-8A3164BDB9AD}" dt="2026-06-22T13:32:16.783" v="10" actId="22"/>
          <ac:spMkLst>
            <pc:docMk/>
            <pc:sldMk cId="2136221118" sldId="263"/>
            <ac:spMk id="4" creationId="{15E5B683-B8F8-10AB-E0A4-FEB928386D13}"/>
          </ac:spMkLst>
        </pc:spChg>
        <pc:picChg chg="del">
          <ac:chgData name="S DURGA PRASAD" userId="7179ce08d325a3a8" providerId="LiveId" clId="{4A0B8134-8D96-4E53-AD07-8A3164BDB9AD}" dt="2026-06-22T13:35:00.470" v="11" actId="21"/>
          <ac:picMkLst>
            <pc:docMk/>
            <pc:sldMk cId="2136221118" sldId="263"/>
            <ac:picMk id="2" creationId="{62B3EF42-6077-52AE-9022-E9FEA5227E16}"/>
          </ac:picMkLst>
        </pc:picChg>
        <pc:picChg chg="add">
          <ac:chgData name="S DURGA PRASAD" userId="7179ce08d325a3a8" providerId="LiveId" clId="{4A0B8134-8D96-4E53-AD07-8A3164BDB9AD}" dt="2026-06-22T13:35:04.193" v="12" actId="22"/>
          <ac:picMkLst>
            <pc:docMk/>
            <pc:sldMk cId="2136221118" sldId="263"/>
            <ac:picMk id="6" creationId="{40666575-4977-7B95-F741-670491FA6DB2}"/>
          </ac:picMkLst>
        </pc:picChg>
      </pc:sldChg>
      <pc:sldChg chg="addSp new del mod">
        <pc:chgData name="S DURGA PRASAD" userId="7179ce08d325a3a8" providerId="LiveId" clId="{4A0B8134-8D96-4E53-AD07-8A3164BDB9AD}" dt="2026-06-22T13:37:50.471" v="25" actId="2696"/>
        <pc:sldMkLst>
          <pc:docMk/>
          <pc:sldMk cId="3596437547" sldId="263"/>
        </pc:sldMkLst>
        <pc:picChg chg="add">
          <ac:chgData name="S DURGA PRASAD" userId="7179ce08d325a3a8" providerId="LiveId" clId="{4A0B8134-8D96-4E53-AD07-8A3164BDB9AD}" dt="2026-06-22T13:37:15.290" v="24" actId="22"/>
          <ac:picMkLst>
            <pc:docMk/>
            <pc:sldMk cId="3596437547" sldId="263"/>
            <ac:picMk id="3" creationId="{A52D9CB3-5467-FB39-4EEC-9323D0A869D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91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01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16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236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65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255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40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6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70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46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624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2450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925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297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778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562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999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7AFE0C4-1985-44C4-8F87-7C53F2CC153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6412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2455-36A4-1A8E-60A0-1F81D01DE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3182"/>
            <a:ext cx="9144000" cy="26736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Hospital Emergency Queue </a:t>
            </a:r>
            <a:br>
              <a:rPr lang="en-US" sz="6600" dirty="0">
                <a:solidFill>
                  <a:srgbClr val="FFFF00"/>
                </a:solidFill>
              </a:rPr>
            </a:br>
            <a:r>
              <a:rPr lang="en-US" sz="6600" dirty="0">
                <a:solidFill>
                  <a:srgbClr val="FFFF00"/>
                </a:solidFill>
              </a:rPr>
              <a:t>Management using</a:t>
            </a:r>
            <a:br>
              <a:rPr lang="en-US" sz="6600" dirty="0">
                <a:solidFill>
                  <a:srgbClr val="FFFF00"/>
                </a:solidFill>
              </a:rPr>
            </a:br>
            <a:r>
              <a:rPr lang="en-US" sz="6600" dirty="0">
                <a:solidFill>
                  <a:srgbClr val="FFFF00"/>
                </a:solidFill>
              </a:rPr>
              <a:t> Priority Queue</a:t>
            </a:r>
            <a:endParaRPr lang="en-IN" sz="6600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7DA40-EEF9-D115-F4FF-746A6F654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93704"/>
            <a:ext cx="8358809" cy="176916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b="1" dirty="0">
                <a:solidFill>
                  <a:schemeClr val="accent3"/>
                </a:solidFill>
              </a:rPr>
              <a:t>Mini Project</a:t>
            </a:r>
          </a:p>
          <a:p>
            <a:pPr algn="l"/>
            <a:r>
              <a:rPr lang="en-IN" b="1" dirty="0">
                <a:solidFill>
                  <a:srgbClr val="00B0F0"/>
                </a:solidFill>
              </a:rPr>
              <a:t>Presented By:</a:t>
            </a:r>
            <a:br>
              <a:rPr lang="en-IN" dirty="0"/>
            </a:br>
            <a:r>
              <a:rPr lang="en-IN" sz="2400" dirty="0">
                <a:solidFill>
                  <a:schemeClr val="accent2"/>
                </a:solidFill>
              </a:rPr>
              <a:t>S. Durga Prasad</a:t>
            </a:r>
            <a:br>
              <a:rPr lang="en-IN" sz="2400" dirty="0">
                <a:solidFill>
                  <a:schemeClr val="accent2"/>
                </a:solidFill>
              </a:rPr>
            </a:br>
            <a:r>
              <a:rPr lang="en-IN" sz="2400" dirty="0" err="1">
                <a:solidFill>
                  <a:schemeClr val="accent2"/>
                </a:solidFill>
              </a:rPr>
              <a:t>B.Tech</a:t>
            </a:r>
            <a:r>
              <a:rPr lang="en-IN" sz="2400" dirty="0">
                <a:solidFill>
                  <a:schemeClr val="accent2"/>
                </a:solidFill>
              </a:rPr>
              <a:t> (Artificial Intelligence &amp; Machine Learning)</a:t>
            </a:r>
            <a:br>
              <a:rPr lang="en-IN" sz="2400" dirty="0">
                <a:solidFill>
                  <a:schemeClr val="accent2"/>
                </a:solidFill>
              </a:rPr>
            </a:br>
            <a:r>
              <a:rPr lang="en-IN" sz="2400" dirty="0" err="1">
                <a:solidFill>
                  <a:schemeClr val="accent2"/>
                </a:solidFill>
              </a:rPr>
              <a:t>Annamacharya</a:t>
            </a:r>
            <a:r>
              <a:rPr lang="en-IN" sz="2400" dirty="0">
                <a:solidFill>
                  <a:schemeClr val="accent2"/>
                </a:solidFill>
              </a:rPr>
              <a:t> Institute of Technology and Sciences, Tirupati</a:t>
            </a:r>
          </a:p>
        </p:txBody>
      </p:sp>
    </p:spTree>
    <p:extLst>
      <p:ext uri="{BB962C8B-B14F-4D97-AF65-F5344CB8AC3E}">
        <p14:creationId xmlns:p14="http://schemas.microsoft.com/office/powerpoint/2010/main" val="3476636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78E9C5-9123-FEA8-EAB2-561FBA177C12}"/>
              </a:ext>
            </a:extLst>
          </p:cNvPr>
          <p:cNvSpPr txBox="1"/>
          <p:nvPr/>
        </p:nvSpPr>
        <p:spPr>
          <a:xfrm>
            <a:off x="1003853" y="1028343"/>
            <a:ext cx="966083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>
                <a:solidFill>
                  <a:schemeClr val="accent2"/>
                </a:solidFill>
              </a:rPr>
              <a:t>Introduction</a:t>
            </a:r>
          </a:p>
          <a:p>
            <a:pPr algn="just">
              <a:buNone/>
            </a:pPr>
            <a:endParaRPr lang="en-IN" sz="800" b="1" dirty="0">
              <a:solidFill>
                <a:schemeClr val="accent2"/>
              </a:solidFill>
            </a:endParaRPr>
          </a:p>
          <a:p>
            <a:pPr algn="just">
              <a:buNone/>
            </a:pPr>
            <a:r>
              <a:rPr lang="en-IN" sz="2000" dirty="0"/>
              <a:t>The </a:t>
            </a:r>
            <a:r>
              <a:rPr lang="en-US" sz="2000" dirty="0"/>
              <a:t>Hospital Emergency Queue Management using Priority Queue </a:t>
            </a:r>
            <a:r>
              <a:rPr lang="en-IN" sz="2000" dirty="0"/>
              <a:t>is a software application developed to manage emergency patients efficiently. The system prioritizes patients based on the severity of their condition and helps hospitals provide faster treatment to critical cases.</a:t>
            </a:r>
            <a:endParaRPr lang="en-IN" sz="800" dirty="0"/>
          </a:p>
          <a:p>
            <a:pPr algn="just">
              <a:buNone/>
            </a:pPr>
            <a:endParaRPr lang="en-IN" sz="800" dirty="0"/>
          </a:p>
          <a:p>
            <a:pPr algn="just">
              <a:buNone/>
            </a:pPr>
            <a:r>
              <a:rPr lang="en-IN" sz="2400" b="1" dirty="0">
                <a:solidFill>
                  <a:schemeClr val="accent2"/>
                </a:solidFill>
              </a:rPr>
              <a:t>Problem Statement</a:t>
            </a:r>
          </a:p>
          <a:p>
            <a:pPr algn="just">
              <a:buNone/>
            </a:pPr>
            <a:endParaRPr lang="en-IN" sz="800" b="1" dirty="0">
              <a:solidFill>
                <a:schemeClr val="accent2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Manual queue management is time-consuming.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Critical patients may experience treatment delays.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Managing patient records manually can lead to errors.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Hospitals require an organized and automated emergency management system.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800" dirty="0"/>
          </a:p>
          <a:p>
            <a:pPr algn="just">
              <a:buNone/>
            </a:pPr>
            <a:r>
              <a:rPr lang="en-IN" sz="2400" b="1" dirty="0">
                <a:solidFill>
                  <a:schemeClr val="accent2"/>
                </a:solidFill>
              </a:rPr>
              <a:t>Objectives</a:t>
            </a:r>
          </a:p>
          <a:p>
            <a:pPr algn="just">
              <a:buNone/>
            </a:pPr>
            <a:endParaRPr lang="en-IN" sz="800" b="1" dirty="0">
              <a:solidFill>
                <a:schemeClr val="accent2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Prioritize patients based on severity levels.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Reduce waiting time for critical patients.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Maintain patient records digitally.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Improve hospital workflow and efficiency. </a:t>
            </a:r>
          </a:p>
        </p:txBody>
      </p:sp>
    </p:spTree>
    <p:extLst>
      <p:ext uri="{BB962C8B-B14F-4D97-AF65-F5344CB8AC3E}">
        <p14:creationId xmlns:p14="http://schemas.microsoft.com/office/powerpoint/2010/main" val="87049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B05945-5884-F6A8-A448-C0B944EE3BF5}"/>
              </a:ext>
            </a:extLst>
          </p:cNvPr>
          <p:cNvSpPr txBox="1"/>
          <p:nvPr/>
        </p:nvSpPr>
        <p:spPr>
          <a:xfrm>
            <a:off x="902804" y="649359"/>
            <a:ext cx="1038639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Patient Registration</a:t>
            </a:r>
          </a:p>
          <a:p>
            <a:endParaRPr lang="en-IN" sz="800" b="1" dirty="0"/>
          </a:p>
          <a:p>
            <a:r>
              <a:rPr lang="en-IN" sz="2000" dirty="0"/>
              <a:t>The system allows hospital staff to enter patient details and automatically generates a unique Patient ID for each patient.</a:t>
            </a:r>
          </a:p>
          <a:p>
            <a:endParaRPr lang="en-IN" sz="800" dirty="0"/>
          </a:p>
          <a:p>
            <a:r>
              <a:rPr lang="en-IN" sz="2400" b="1" dirty="0">
                <a:solidFill>
                  <a:schemeClr val="accent2"/>
                </a:solidFill>
              </a:rPr>
              <a:t>Priority-Based Queue Management</a:t>
            </a:r>
          </a:p>
          <a:p>
            <a:endParaRPr lang="en-IN" sz="800" b="1" dirty="0"/>
          </a:p>
          <a:p>
            <a:r>
              <a:rPr lang="en-IN" sz="2000" dirty="0"/>
              <a:t>Patients are categorized as Critical, Serious, or Normal, ensuring that emergency cases receive treatment first.</a:t>
            </a:r>
          </a:p>
          <a:p>
            <a:endParaRPr lang="en-IN" sz="800" dirty="0"/>
          </a:p>
          <a:p>
            <a:r>
              <a:rPr lang="en-IN" sz="2400" b="1" dirty="0">
                <a:solidFill>
                  <a:schemeClr val="accent2"/>
                </a:solidFill>
              </a:rPr>
              <a:t>Record Management</a:t>
            </a:r>
          </a:p>
          <a:p>
            <a:endParaRPr lang="en-IN" sz="800" b="1" dirty="0"/>
          </a:p>
          <a:p>
            <a:r>
              <a:rPr lang="en-IN" sz="2000" dirty="0"/>
              <a:t>Patient records can be searched, updated, and deleted easily, helping maintain accurate and organized information.</a:t>
            </a:r>
          </a:p>
          <a:p>
            <a:endParaRPr lang="en-IN" sz="800" dirty="0"/>
          </a:p>
          <a:p>
            <a:r>
              <a:rPr lang="en-IN" sz="2400" b="1" dirty="0">
                <a:solidFill>
                  <a:schemeClr val="accent2"/>
                </a:solidFill>
              </a:rPr>
              <a:t>Treatment Tracking</a:t>
            </a:r>
          </a:p>
          <a:p>
            <a:endParaRPr lang="en-IN" sz="800" b="1" dirty="0"/>
          </a:p>
          <a:p>
            <a:r>
              <a:rPr lang="en-IN" sz="2000" dirty="0"/>
              <a:t>The system tracks patient status throughout the treatment process, from waiting to completion.</a:t>
            </a:r>
          </a:p>
          <a:p>
            <a:endParaRPr lang="en-IN" sz="800" dirty="0"/>
          </a:p>
          <a:p>
            <a:r>
              <a:rPr lang="en-IN" sz="2400" b="1" dirty="0">
                <a:solidFill>
                  <a:schemeClr val="accent2"/>
                </a:solidFill>
              </a:rPr>
              <a:t>Database Management</a:t>
            </a:r>
          </a:p>
          <a:p>
            <a:endParaRPr lang="en-IN" sz="800" b="1" dirty="0"/>
          </a:p>
          <a:p>
            <a:r>
              <a:rPr lang="en-IN" sz="2000" dirty="0"/>
              <a:t>All patient information is stored securely in the SQLite database, enabling efficient storage and retrieval of records.</a:t>
            </a:r>
          </a:p>
        </p:txBody>
      </p:sp>
    </p:spTree>
    <p:extLst>
      <p:ext uri="{BB962C8B-B14F-4D97-AF65-F5344CB8AC3E}">
        <p14:creationId xmlns:p14="http://schemas.microsoft.com/office/powerpoint/2010/main" val="1904462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973BB1-2718-00C9-65A6-9C0EDBE31352}"/>
              </a:ext>
            </a:extLst>
          </p:cNvPr>
          <p:cNvSpPr txBox="1"/>
          <p:nvPr/>
        </p:nvSpPr>
        <p:spPr>
          <a:xfrm>
            <a:off x="1888435" y="1305342"/>
            <a:ext cx="792148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System Workflow</a:t>
            </a:r>
          </a:p>
          <a:p>
            <a:endParaRPr lang="en-IN" sz="800" b="1" dirty="0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Patient arrives at the hospital emergency department.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Receptionist enters patient details into the 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 unique Patient ID is generated automatically.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Priority level is assigned as Critical, Serious, or Normal.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Patient information is stored in the SQLite database.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system arranges patients based on priority and arrival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Doctors call the next patient according to queue priority.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Patient status is updated to "In Treatment".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After treatment, the status is changed to "Completed".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All records are maintained for future reference.</a:t>
            </a:r>
          </a:p>
        </p:txBody>
      </p:sp>
    </p:spTree>
    <p:extLst>
      <p:ext uri="{BB962C8B-B14F-4D97-AF65-F5344CB8AC3E}">
        <p14:creationId xmlns:p14="http://schemas.microsoft.com/office/powerpoint/2010/main" val="3980364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AF9E-2417-01C7-A4CE-CF8C62F8D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0225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Main Functions &amp; Output</a:t>
            </a:r>
            <a:endParaRPr lang="en-IN" sz="2400" dirty="0">
              <a:solidFill>
                <a:schemeClr val="accent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74FAB-ED7E-781A-ED46-C1F6BB387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292087"/>
            <a:ext cx="3935413" cy="45769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5"/>
                </a:solidFill>
              </a:rPr>
              <a:t>Add Patient: </a:t>
            </a:r>
            <a:r>
              <a:rPr lang="en-IN" sz="2000" dirty="0">
                <a:solidFill>
                  <a:schemeClr val="tx1"/>
                </a:solidFill>
              </a:rPr>
              <a:t>Registers new patient details.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5"/>
                </a:solidFill>
              </a:rPr>
              <a:t>Search Patient</a:t>
            </a:r>
            <a:r>
              <a:rPr lang="en-IN" sz="2000" dirty="0">
                <a:solidFill>
                  <a:schemeClr val="tx1"/>
                </a:solidFill>
              </a:rPr>
              <a:t>: Finds patient records using Patient ID.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5"/>
                </a:solidFill>
              </a:rPr>
              <a:t>Update Patient</a:t>
            </a:r>
            <a:r>
              <a:rPr lang="en-IN" sz="2000" dirty="0">
                <a:solidFill>
                  <a:schemeClr val="tx1"/>
                </a:solidFill>
              </a:rPr>
              <a:t>: Modifies existing patient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5"/>
                </a:solidFill>
              </a:rPr>
              <a:t>Treat Next Patient</a:t>
            </a:r>
            <a:r>
              <a:rPr lang="en-IN" sz="2000" dirty="0">
                <a:solidFill>
                  <a:schemeClr val="tx1"/>
                </a:solidFill>
              </a:rPr>
              <a:t>: Selects the highest-priority waiting patient.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5"/>
                </a:solidFill>
              </a:rPr>
              <a:t>Complete Treatment</a:t>
            </a:r>
            <a:r>
              <a:rPr lang="en-IN" sz="2000" dirty="0">
                <a:solidFill>
                  <a:schemeClr val="tx1"/>
                </a:solidFill>
              </a:rPr>
              <a:t>: Updates patient status after treatment.</a:t>
            </a:r>
          </a:p>
          <a:p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DAB0A61-883B-E773-BEC4-23618B0C0DF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" t="313" r="306" b="-313"/>
          <a:stretch>
            <a:fillRect/>
          </a:stretch>
        </p:blipFill>
        <p:spPr>
          <a:xfrm>
            <a:off x="4772025" y="1292087"/>
            <a:ext cx="6987401" cy="397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11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93F374-EF65-1C36-D9F8-F61418626814}"/>
              </a:ext>
            </a:extLst>
          </p:cNvPr>
          <p:cNvSpPr txBox="1"/>
          <p:nvPr/>
        </p:nvSpPr>
        <p:spPr>
          <a:xfrm>
            <a:off x="1097280" y="493604"/>
            <a:ext cx="934874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</a:rPr>
              <a:t>Advantages</a:t>
            </a:r>
          </a:p>
          <a:p>
            <a:pPr>
              <a:buNone/>
            </a:pPr>
            <a:endParaRPr lang="en-IN" sz="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Reduces patient waiting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Prioritizes critical patients for immediate treatment.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Maintains accurate patient records.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Improves hospital workflow and efficiency.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Minimizes manual errors in queue management.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800" dirty="0"/>
          </a:p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</a:rPr>
              <a:t>Future Scope</a:t>
            </a:r>
          </a:p>
          <a:p>
            <a:pPr>
              <a:buNone/>
            </a:pPr>
            <a:endParaRPr lang="en-IN" sz="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Online appointment booking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SMS or email notifications for patients.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Cloud-based database integration.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AI-based prediction of patient severity.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Mobile application support.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800" dirty="0"/>
          </a:p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</a:rPr>
              <a:t>Conclusion</a:t>
            </a:r>
          </a:p>
          <a:p>
            <a:pPr>
              <a:buNone/>
            </a:pPr>
            <a:endParaRPr lang="en-IN" sz="800" b="1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IN" sz="2000" dirty="0"/>
              <a:t>The Hospital Emergency Queue Management System helps hospitals manage emergency patients efficiently through priority-based queue management. The system reduces waiting time, maintains patient records digitally, and ensures timely treatment for critical patients, thereby improving overall hospital efficiency and patient care.</a:t>
            </a:r>
          </a:p>
        </p:txBody>
      </p:sp>
    </p:spTree>
    <p:extLst>
      <p:ext uri="{BB962C8B-B14F-4D97-AF65-F5344CB8AC3E}">
        <p14:creationId xmlns:p14="http://schemas.microsoft.com/office/powerpoint/2010/main" val="27847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DA8139-2FD5-C643-33C9-7CFEEF238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798" y="1494583"/>
            <a:ext cx="8281225" cy="368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26606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79</TotalTime>
  <Words>494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Depth</vt:lpstr>
      <vt:lpstr>Hospital Emergency Queue  Management using  Priority Queue</vt:lpstr>
      <vt:lpstr>PowerPoint Presentation</vt:lpstr>
      <vt:lpstr>PowerPoint Presentation</vt:lpstr>
      <vt:lpstr>PowerPoint Presentation</vt:lpstr>
      <vt:lpstr>Main Functions &amp; Output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DURGA PRASAD</dc:creator>
  <cp:lastModifiedBy>S DURGA PRASAD</cp:lastModifiedBy>
  <cp:revision>1</cp:revision>
  <dcterms:created xsi:type="dcterms:W3CDTF">2026-06-22T11:52:18Z</dcterms:created>
  <dcterms:modified xsi:type="dcterms:W3CDTF">2026-06-22T13:38:15Z</dcterms:modified>
</cp:coreProperties>
</file>